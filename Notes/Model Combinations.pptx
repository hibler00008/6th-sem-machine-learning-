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vfel3eSfX97OIQAkdXyLaXPdI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Model Combinations/Ensemble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Schemes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1. Simple Aggregation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Train multiple models independently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Classification :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Voting 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final prediction on a data point : majority predicted class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Regression 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final prediction on a data point: avg prediction of all the models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2. Stacking	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Train multiple first level models independent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Use predictions of these models as input to  train 2</a:t>
            </a:r>
            <a:r>
              <a:rPr baseline="30000" lang="en-IN"/>
              <a:t>nd</a:t>
            </a:r>
            <a:r>
              <a:rPr lang="en-IN"/>
              <a:t> level model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Schemes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3. Bagging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Create multiple sub-samples of training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Train multiple models( generally of same type) on each subsample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Measure error of each model in corresponding out of bag sample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Aggregation: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Classification : voting of the multiple models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Regression : average prediction of multiple models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Enhancements : importance of each model can be tweaked by considering out of bag error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Example – Random forest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Advantages 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Bagging reduces variance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Base models can be trained parallelly 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Scheme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Boosting 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Serial combination of multiple weak models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Each successive model addition tries to fix errors of previous stack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Akin to assigning more weight to samples with higher error in previous stack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Generates a strong learner/model in the end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Example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Adaboost, Gradient Boosting machine,  XGBoost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Advantages: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Reduces bias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Adaboost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 serial booster with weight adaption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Iterative training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At kth iteration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Compute error on each sample using aggregate </a:t>
            </a:r>
            <a:r>
              <a:rPr lang="en-IN"/>
              <a:t>model</a:t>
            </a:r>
            <a:r>
              <a:rPr lang="en-IN"/>
              <a:t> in k-1</a:t>
            </a:r>
            <a:r>
              <a:rPr baseline="30000" lang="en-IN"/>
              <a:t>st</a:t>
            </a:r>
            <a:r>
              <a:rPr lang="en-IN"/>
              <a:t> iteration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Train a new model with sample weight  proportional to error in previous iteration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Algorithm prioritises  fixing errors made by previous classifiers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Gradient Boosting 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Basic concept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Fit a base model f1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Given true label y</a:t>
            </a:r>
            <a:r>
              <a:rPr baseline="-25000" lang="en-IN"/>
              <a:t>i</a:t>
            </a:r>
            <a:r>
              <a:rPr lang="en-IN"/>
              <a:t> and predicted label y</a:t>
            </a:r>
            <a:r>
              <a:rPr baseline="-25000" lang="en-IN"/>
              <a:t>i</a:t>
            </a:r>
            <a:r>
              <a:rPr lang="en-IN"/>
              <a:t>’ , calculate residual as</a:t>
            </a:r>
            <a:endParaRPr baseline="300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r</a:t>
            </a:r>
            <a:r>
              <a:rPr baseline="-25000" lang="en-IN"/>
              <a:t>i</a:t>
            </a:r>
            <a:r>
              <a:rPr baseline="30000" lang="en-IN"/>
              <a:t>1 </a:t>
            </a:r>
            <a:r>
              <a:rPr lang="en-IN"/>
              <a:t>= y</a:t>
            </a:r>
            <a:r>
              <a:rPr baseline="-25000" lang="en-IN"/>
              <a:t>i </a:t>
            </a:r>
            <a:r>
              <a:rPr lang="en-IN"/>
              <a:t>- y</a:t>
            </a:r>
            <a:r>
              <a:rPr baseline="-25000" lang="en-IN"/>
              <a:t>i</a:t>
            </a:r>
            <a:r>
              <a:rPr lang="en-IN"/>
              <a:t>’ 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Fit he next model f2  on  r</a:t>
            </a:r>
            <a:r>
              <a:rPr baseline="-25000" lang="en-IN"/>
              <a:t>i</a:t>
            </a:r>
            <a:r>
              <a:rPr baseline="30000" lang="en-IN"/>
              <a:t>1  </a:t>
            </a:r>
            <a:r>
              <a:rPr lang="en-IN"/>
              <a:t>and compute r</a:t>
            </a:r>
            <a:r>
              <a:rPr baseline="-25000" lang="en-IN"/>
              <a:t>i</a:t>
            </a:r>
            <a:r>
              <a:rPr baseline="30000" lang="en-IN"/>
              <a:t>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Continue to next iteration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Final model = f1 + f2 +… 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Advantages of ensemble 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Improved accuracy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Reduced variance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Reduced bias in some cases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Better generalisation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Practice Questions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Describe various ensemble methods and analyse their role in improving model accuracy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What are  differences in bagging and boosting?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Explain Adaboost and gradient boosting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2025-04-16T09:52:30Z</dcterms:created>
  <dc:creator>Shailesh Patil</dc:creator>
</cp:coreProperties>
</file>