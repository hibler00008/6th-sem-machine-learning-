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98MBiUKZ+OGX0ySqY9S5hlFgf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de8c2030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de8c2030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Model Tuning, Selection and Generalisation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Generalisation 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Need a guarantee that model performs well on unseen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In sample and out of sample performance are close enough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Model need to be evaluated on outside the data used for training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Test –train split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Track in sample and out of sample errors through train-test split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Train the model on train data and evaluate performance on test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Report accuracy of test data( not seen by model during training in any form)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Need for additional Validation set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1027611" y="1835356"/>
            <a:ext cx="9988732" cy="25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I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 Set: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Activities that require hyper parameter tuning or model selection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of test set for this task is forbidden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hyper- parameters are learned /  inferences are drawn on test data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a test data in true sense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Necessitates carving out a piece of train data 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validation 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How to utilise the validation set?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Tune a parameter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Split train data – say 80:20?,   ‘new train’ and validation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Iterate through all tuple of hyper parameter values 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Select a hyper-parameter value tuple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Train the model  with chosen hyper-parameter value tuple  on the  ‘new train’ set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Measure performance on the validation set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Save – {hyper parameter value tuple, accuracy}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 Select  the hyper parameter tuple with min error or max accuracy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Retrain the model on the entire train data with chosen tuple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Use the above model to predict labels on test set and report error on the test set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Is this robust?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We measure performance for each tuple only once. 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IN"/>
              <a:t>Randomness can create issues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39725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339725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Robustness- K fold cross validation. 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Can we measure performance for each tuple multiple times 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Where would we get the data for that?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Use the same training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Split it into k parts/folds of equal sizes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In each round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Keep one fold out as validation set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Train the model in remaining k-1 folds combined,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Note down the accuracy on the validation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Repeat the process k times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k estimates of the model performance for each tuple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Average the k estimates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Chose tuple with best average  ( min avg error or max avg accuracy)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K-fold cross validation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Retrain model on whole training data( with optimal  tuple in case of hyper parameter tuning)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Report error on test data. </a:t>
            </a:r>
            <a:endParaRPr/>
          </a:p>
          <a:p>
            <a:pPr indent="-12065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Model Selection 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 model choices = Model1, Model2,….. Model m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either of same type or different types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Eg :  logistic regression, neural network, decision tree,  k nearest neighbour etc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Variations of the same model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Trained on  different subset of features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/>
              <a:t>Different combination of hyper parameter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 Which of the m models is the best?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Use k- fold cross validation to train each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Measure avg performance over the – k folds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Choose  the one with best avg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Train the  chosen model on entire the training data.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de8c2030c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Regularisation </a:t>
            </a:r>
            <a:endParaRPr/>
          </a:p>
        </p:txBody>
      </p:sp>
      <p:sp>
        <p:nvSpPr>
          <p:cNvPr id="120" name="Google Shape;120;g34de8c2030c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IN"/>
              <a:t>A tool to avoid overfitting by </a:t>
            </a:r>
            <a:r>
              <a:rPr lang="en-IN"/>
              <a:t>restricting</a:t>
            </a:r>
            <a:r>
              <a:rPr lang="en-IN"/>
              <a:t> model </a:t>
            </a:r>
            <a:r>
              <a:rPr lang="en-IN"/>
              <a:t>complexity</a:t>
            </a:r>
            <a:r>
              <a:rPr lang="en-IN"/>
              <a:t>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IN"/>
              <a:t>Does not let train error drift away from test error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IN"/>
              <a:t>Tries to stop train  </a:t>
            </a:r>
            <a:r>
              <a:rPr lang="en-IN"/>
              <a:t>model</a:t>
            </a:r>
            <a:r>
              <a:rPr lang="en-IN"/>
              <a:t> from getting super optimal on train data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Eg . 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IN"/>
              <a:t>Restriction</a:t>
            </a:r>
            <a:r>
              <a:rPr lang="en-IN"/>
              <a:t> on degree of </a:t>
            </a:r>
            <a:r>
              <a:rPr lang="en-IN"/>
              <a:t>polynomial</a:t>
            </a:r>
            <a:r>
              <a:rPr lang="en-IN"/>
              <a:t>  in linear regression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IN"/>
              <a:t>Restriction</a:t>
            </a:r>
            <a:r>
              <a:rPr lang="en-IN"/>
              <a:t> of magnitude of </a:t>
            </a:r>
            <a:r>
              <a:rPr lang="en-IN"/>
              <a:t>coefficients in  regression model 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IN"/>
              <a:t>Restriction on depth of tree  in decision tree and random forest</a:t>
            </a:r>
            <a:endParaRPr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IN"/>
              <a:t>Early stopping in minimizing  loss in models such as perceptron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IN"/>
              <a:t>L1 and L2 (Lasso and Ridge): regulariser for linear models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Adds a penalty term to the loss function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L1 - adds penalty proportional to absolute value of coefficients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L2- adds penalty proportional to squared value of coefficients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The penalty is multiplied by a weight called regularization parameter  lambda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L1 tends to shrink coefficients to zero. L2 tends to reduce the coefficients but not exactly to zero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Practice Questions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7526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How generalisation is ensured in machine learning?</a:t>
            </a:r>
            <a:endParaRPr/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Explain role of test set  in machine learning?</a:t>
            </a:r>
            <a:endParaRPr/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How hyper-parameters are tuned ?</a:t>
            </a:r>
            <a:endParaRPr/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Analyse role of k-fold cross validation in hyper parameter tuning</a:t>
            </a:r>
            <a:endParaRPr/>
          </a:p>
          <a:p>
            <a:pPr indent="-1752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Analyse role of k-fold cross </a:t>
            </a:r>
            <a:r>
              <a:rPr lang="en-IN"/>
              <a:t>validation</a:t>
            </a:r>
            <a:r>
              <a:rPr lang="en-IN"/>
              <a:t> in model selection. 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IN"/>
              <a:t>Compare l1  and l2 regularization 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IN"/>
              <a:t>Explain l1 and l2 </a:t>
            </a:r>
            <a:r>
              <a:rPr lang="en-IN"/>
              <a:t>regularization</a:t>
            </a:r>
            <a:r>
              <a:rPr lang="en-IN"/>
              <a:t> 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IN"/>
              <a:t>Analyse the role of regularization parameter  lambda.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IN"/>
              <a:t>In polynomial regression , </a:t>
            </a:r>
            <a:r>
              <a:rPr lang="en-IN"/>
              <a:t>explain</a:t>
            </a:r>
            <a:r>
              <a:rPr lang="en-IN"/>
              <a:t> how degree of </a:t>
            </a:r>
            <a:r>
              <a:rPr lang="en-IN"/>
              <a:t>polynomial</a:t>
            </a:r>
            <a:r>
              <a:rPr lang="en-IN"/>
              <a:t> and regularisation parameter lambda are tuned.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2025-04-04T05:36:19Z</dcterms:created>
  <dc:creator>Shailesh Patil</dc:creator>
</cp:coreProperties>
</file>