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8" autoAdjust="0"/>
    <p:restoredTop sz="94660"/>
  </p:normalViewPr>
  <p:slideViewPr>
    <p:cSldViewPr snapToGrid="0">
      <p:cViewPr varScale="1">
        <p:scale>
          <a:sx n="88" d="100"/>
          <a:sy n="88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8924-1633-0956-8F60-243946505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AAB04-2694-C59A-A47A-772AF6FA9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2DF49-C618-9521-94BF-B1F611933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F0ED4-2157-03FE-DEB1-74EC6800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A8C02-E504-9FD3-6178-1BCE56E6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5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774D-D7DC-6AE4-0D61-CA75C62F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C2D15-FE50-5122-F695-F511F5BAD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F9E66-5474-E9DA-9081-5AB6DDC7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567D-B990-7CE0-901A-5776EFF0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45305-CBB9-B0C8-2C95-D9E89424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51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C5C55-DA2F-91FA-1167-1709DF5B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0D7DC-D6C9-7046-2D05-29F6C1E8D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9C070-4994-2177-484B-0678F4E1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C55DC-6A36-6926-3556-C2662DA5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2F049-EB2A-C057-FFC4-B2F6E287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801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CEA4-72F4-9A41-4DC1-40A979EFB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F24B2-F1C7-0523-C61F-F6FCB110B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BF5B3-093B-A257-AE64-DF0BDA02C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DEAC1-160F-5DF0-C2BF-8F6A46FB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589BA-85D6-5E0D-2070-B1F50B62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AA429-4882-AECD-E4FF-15554F6F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9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058B-F96D-40DD-2416-731F990FE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0F610-67A1-2E14-5020-9D0AD03F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AB676-7861-CDB6-84C2-AB9E017BB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66D00-95A7-2BAB-1195-31242FC84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0FB50D-F591-B85E-1D2A-F1B474205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0CCCC3-3EBF-9BBA-24A6-1420B654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B3002A-BD59-CFBA-5559-DE850E54B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E2507-68FB-203B-C7BF-6C783B93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56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63E67-DDF2-81CD-2459-533E0174B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1FF28A-E07B-A48E-BCAA-E2ADD18E3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3621D-040E-41AD-A7F4-B2717FA5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7E3B67-74FC-41ED-2CD2-73B203E3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12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412E4-387C-E223-66A1-8710B8A19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61C89-7489-4D58-56CF-5B37B44D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455B4-EE97-06FE-BBE6-4E6B1BC7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891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C7DB-2266-DB46-EDD8-37A7AB95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A0BD5-7283-375A-4F55-A5654C5E6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3F0AC-BE6B-C33D-D787-DF6024319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6EBC7-5221-8B40-8B09-C28B821E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D5608-0096-A5BD-9AD6-9D1C9D64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8FF4C-FF44-4429-E91C-0821BBB4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05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25F3-CED1-C8BF-E4A6-46DC380EB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F755F-27C8-4153-3048-D54C05F48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CCAF4-5F81-A4FE-626B-024A7B287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AAAD0-3ACF-BC85-BB41-CB0622DEA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F9EAE-65AB-51CC-5927-CA27192E1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90E8C-88FC-199B-0855-316A9EAAF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38447-B850-C334-4C43-9041FB576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E21A2-D67B-CDE4-E259-80EF03F8D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B50B0-5272-ADC3-26EE-C9AC88DC9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BD630-EDEB-D42B-B504-EC128F34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80B92-145F-04D6-C310-2B6332D1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91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48437-B01F-080C-864C-7CA303FE41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8486B-3E09-E2FE-C7FD-573FE4646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0CAA4-6710-FE3F-DA23-0D1B4606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2857-557A-1535-E19A-A172FE35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2D1B7-2AA6-B071-E2DB-2039876B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0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4024F8-2B52-F5D7-FDC3-42F22BFDC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15B53-B816-037B-B3B4-00DE2D63A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7DD98-449A-1178-677A-FA2466434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5F607-3D3E-429B-B53A-7D9E236F213A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8711A-75EA-E4A1-A938-17B793F2A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575E3-8FD9-F0E6-8A4D-A99B03223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39305-6A3F-448B-B085-2B3FE89584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60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F8C2A-0093-0436-E5A5-DB0CD8B73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335206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40D4-C330-7B12-4E8E-B42B004C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82C6-49E4-0D33-E528-6AECAEAD3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 means Clustering</a:t>
            </a:r>
          </a:p>
          <a:p>
            <a:r>
              <a:rPr lang="en-IN" dirty="0"/>
              <a:t>Hierarchical clustering</a:t>
            </a:r>
          </a:p>
          <a:p>
            <a:r>
              <a:rPr lang="en-IN" dirty="0"/>
              <a:t>DBSCAN</a:t>
            </a:r>
          </a:p>
          <a:p>
            <a:r>
              <a:rPr lang="en-IN" dirty="0"/>
              <a:t>BIRCH</a:t>
            </a:r>
          </a:p>
          <a:p>
            <a:r>
              <a:rPr lang="en-IN" dirty="0"/>
              <a:t>KNN search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*Refer to student presentations folder for slides</a:t>
            </a:r>
          </a:p>
        </p:txBody>
      </p:sp>
    </p:spTree>
    <p:extLst>
      <p:ext uri="{BB962C8B-B14F-4D97-AF65-F5344CB8AC3E}">
        <p14:creationId xmlns:p14="http://schemas.microsoft.com/office/powerpoint/2010/main" val="1233711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9212-D1B6-04C9-F051-6ECB66FB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AACB-7097-9B36-4D8E-263EBA38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Explain K means clustering algorithm</a:t>
            </a:r>
          </a:p>
          <a:p>
            <a:r>
              <a:rPr lang="en-IN" dirty="0"/>
              <a:t>Explain DBSCAN clustering algorithm</a:t>
            </a:r>
          </a:p>
          <a:p>
            <a:r>
              <a:rPr lang="en-IN" dirty="0"/>
              <a:t>Explain BIRCH clustering algorithm</a:t>
            </a:r>
          </a:p>
          <a:p>
            <a:r>
              <a:rPr lang="en-IN" dirty="0"/>
              <a:t>Explain hierarchical cluttering </a:t>
            </a:r>
          </a:p>
          <a:p>
            <a:r>
              <a:rPr lang="en-IN" dirty="0"/>
              <a:t>Analyse methods to determine optimal number of clusters in K means</a:t>
            </a:r>
          </a:p>
          <a:p>
            <a:r>
              <a:rPr lang="en-IN" dirty="0"/>
              <a:t>Compare k means and DBSCAN clustering </a:t>
            </a:r>
          </a:p>
          <a:p>
            <a:r>
              <a:rPr lang="en-IN" dirty="0"/>
              <a:t>Explain linkage rule in Hierarchical clustering</a:t>
            </a:r>
          </a:p>
          <a:p>
            <a:r>
              <a:rPr lang="en-IN" dirty="0"/>
              <a:t>Compare agglomerative and divisive  hierarchical clustering</a:t>
            </a:r>
          </a:p>
          <a:p>
            <a:r>
              <a:rPr lang="en-IN" dirty="0"/>
              <a:t>Explain clustering feature and how it is used in BIRCH.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760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77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Unsupervised Learning</vt:lpstr>
      <vt:lpstr>Topics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Patil</dc:creator>
  <cp:lastModifiedBy>Shailesh Patil</cp:lastModifiedBy>
  <cp:revision>1</cp:revision>
  <dcterms:created xsi:type="dcterms:W3CDTF">2025-04-19T11:32:16Z</dcterms:created>
  <dcterms:modified xsi:type="dcterms:W3CDTF">2025-04-21T17:33:04Z</dcterms:modified>
</cp:coreProperties>
</file>