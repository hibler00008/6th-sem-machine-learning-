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xtyKHtZVa5h7cDu63RhMSBpxj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B694CF-3DA2-42DF-BD13-FA0E815B638A}">
  <a:tblStyle styleId="{5AB694CF-3DA2-42DF-BD13-FA0E815B63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Normalisation Methods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Need for Normalization 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Features have unequal variance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Distance metrics are impacted by magnitude of variance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Features with higher variance 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Higher influence over distance even when it may not impact the target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Methods</a:t>
            </a:r>
            <a:endParaRPr/>
          </a:p>
        </p:txBody>
      </p:sp>
      <p:graphicFrame>
        <p:nvGraphicFramePr>
          <p:cNvPr id="96" name="Google Shape;96;p3"/>
          <p:cNvGraphicFramePr/>
          <p:nvPr/>
        </p:nvGraphicFramePr>
        <p:xfrm>
          <a:off x="330926" y="1445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{5AB694CF-3DA2-42DF-BD13-FA0E815B638A}</a:tableStyleId>
              </a:tblPr>
              <a:tblGrid>
                <a:gridCol w="711650"/>
                <a:gridCol w="1942200"/>
                <a:gridCol w="1352100"/>
                <a:gridCol w="1785250"/>
                <a:gridCol w="3015425"/>
                <a:gridCol w="2653850"/>
              </a:tblGrid>
              <a:tr h="86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Method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Algorithm/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formula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Impact  after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 normalization 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Pros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Cons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</a:tr>
              <a:tr h="6820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B050"/>
                          </a:solidFill>
                        </a:rPr>
                        <a:t>Z score/standard scaling</a:t>
                      </a:r>
                      <a:endParaRPr b="0" i="0" sz="1600" u="none" cap="none" strike="noStrik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(x-ɥ)/σ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New mean =0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New std=1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Range = around (-3,3)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1.Alters the scale and location , but preserves shape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impacted by outliers in data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2. Not effective when feature has high skew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</a:tr>
              <a:tr h="18187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B050"/>
                          </a:solidFill>
                        </a:rPr>
                        <a:t>Robust scaling </a:t>
                      </a:r>
                      <a:endParaRPr b="0" i="0" sz="1600" u="none" cap="none" strike="noStrik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(X-med)/iqr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new med=0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new iqr=1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Can alter scale and location bu prserves shape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2. Not impacted by outliers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3. Works even with skewed features. 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May not compress range as much as z score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</a:tr>
              <a:tr h="18187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B050"/>
                          </a:solidFill>
                        </a:rPr>
                        <a:t>Min Max Scaling</a:t>
                      </a:r>
                      <a:endParaRPr b="0" i="0" sz="1600" u="none" cap="none" strike="noStrik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(x-min)/(max-mean)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min=-0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max=1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1.Brings all features to same scale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2. Though each features is scaled differently , shape is preserved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 Sensitive to outliers  which can lead to skewed scaling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Methods …</a:t>
            </a:r>
            <a:endParaRPr/>
          </a:p>
        </p:txBody>
      </p:sp>
      <p:graphicFrame>
        <p:nvGraphicFramePr>
          <p:cNvPr id="102" name="Google Shape;102;p4"/>
          <p:cNvGraphicFramePr/>
          <p:nvPr/>
        </p:nvGraphicFramePr>
        <p:xfrm>
          <a:off x="470262" y="1567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{5AB694CF-3DA2-42DF-BD13-FA0E815B638A}</a:tableStyleId>
              </a:tblPr>
              <a:tblGrid>
                <a:gridCol w="684075"/>
                <a:gridCol w="1345025"/>
                <a:gridCol w="2516775"/>
                <a:gridCol w="2072650"/>
                <a:gridCol w="1846825"/>
                <a:gridCol w="2551000"/>
              </a:tblGrid>
              <a:tr h="85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 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none" cap="none" strike="noStrike"/>
                        <a:t>Method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none" cap="none" strike="noStrike"/>
                        <a:t>Algorithm/formula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none" cap="none" strike="noStrike"/>
                        <a:t>Impact  after normalization 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none" cap="none" strike="noStrike"/>
                        <a:t>Pros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 u="none" cap="none" strike="noStrike"/>
                        <a:t>Cons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</a:tr>
              <a:tr h="9040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B050"/>
                          </a:solidFill>
                        </a:rPr>
                        <a:t>Percentile Normalization </a:t>
                      </a:r>
                      <a:endParaRPr b="0" i="0" sz="1600" u="none" cap="none" strike="noStrik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1.Convert values to rank (use appropriate tie breaking) 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2. Convert ranks to percentiles 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range =(0,100)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Convert all features to roughly  unform distribution  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Original shape of the distribution is lost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</a:tr>
              <a:tr h="13561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B050"/>
                          </a:solidFill>
                        </a:rPr>
                        <a:t>Quantile Normalisation </a:t>
                      </a:r>
                      <a:endParaRPr b="0" i="0" sz="1600" u="none" cap="none" strike="noStrik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Maps quantiles of the feature to quantiles of reference distribution 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Acquires characters of reference distribution 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Agnostic to artifacts of orginal distribution such as outlieres, skews etc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Original shape of the distribution is lost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</a:tr>
              <a:tr h="18081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6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>
                          <a:solidFill>
                            <a:srgbClr val="00B050"/>
                          </a:solidFill>
                        </a:rPr>
                        <a:t>Median Matching</a:t>
                      </a:r>
                      <a:endParaRPr b="0" i="0" sz="1600" u="none" cap="none" strike="noStrike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Calculate median of each feature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2. Calculate mean of all the medians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3. Multiply each feature of mean of all the medians/median of the feature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Medians of all the features is same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Preserves shapes of original distributions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2. Agnostic to artifacts such as outliers and skew</a:t>
                      </a:r>
                      <a:br>
                        <a:rPr lang="en-IN" sz="1600" u="none" cap="none" strike="noStrike"/>
                      </a:br>
                      <a:r>
                        <a:rPr lang="en-IN" sz="1600" u="none" cap="none" strike="noStrike"/>
                        <a:t>3.Useful for trend analysis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cap="none" strike="noStrike"/>
                        <a:t>1. Though medians of all features become the same, their ranges could still be very different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50" marB="0" marR="4450" marL="445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Practice Questions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Describe role of normalisation in machine learning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Which  normalisation methods you would prefer when features either have outliers or skew?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When relative order of values matter more than the values themselves , which normalization methods will you prefer?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Which normalisation method will you use when ranges of features are vastly different , yet you want to compare relative trends?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Compare z score and robust scaling.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2025-04-14T17:39:36Z</dcterms:created>
  <dc:creator>Shailesh Patil</dc:creator>
</cp:coreProperties>
</file>